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BIO_CONTENT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HP  ·  Proactive point of view for Zenith  ·  Confidential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BIO_COVER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32604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1295145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 A B I O   ×   H P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FEWER PC BUYERS, PAYING MORE. FIND THEM FIRST.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Consumer PC units are falling while prices rise. App Science® finds the households actually ready to buy a new PC this holiday, by the apps they use, and reaches them on the TV in the room.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5760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Proactive recommendation | Prepared for Zenith | October 2026 | US only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31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Will Phung · Amanda Grond · Stamos Biliris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 Bring · Isabella Imbriano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355080" y="411480"/>
            <a:ext cx="2331720" cy="431596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731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CONSUMER PC UNITS, Q3 FY26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3444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-19%</a:t>
            </a:r>
            <a:endParaRPr lang="en-US" sz="5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YEAR OVER YEAR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971800"/>
            <a:ext cx="1874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Consumer Personal Systems revenue still grew 10% on price and mix. Each holiday buyer is worth more, and there are fewer of them. [1]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HAPPENING AT HP RIGHT NOW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SIGNALS FROM THE LAST EIGHT MONTHS · NUMBERED SOURCES ON PAGE 10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AUG 27, 2026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Record Q3 for Personal Systems at $11.77B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revenue grew 12.5% to $15.68B. Personal Systems grew 18.5%, a Q3 record, on pricing and a richer premium mix. [1]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66928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Premium PCs are carrying the business. Media should sell premium.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51176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AUG 27,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AI PCs reached 46% of shipments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HP targets 50% by the end of fiscal 2026. Consumer units fell 19% while consumer revenue rose 10%. [1]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660904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52344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2752344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AI PC story needs buyers who will use it. Apps show who they are.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45152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91456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FEB 25, 2026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791456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Memory now 35% of what a PC costs to build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91456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 from 15% to 18% a quarter earlier. HP expected the PC market to shrink by double digits in 2026. [2]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Prices stay high this holiday, so wasted impressions cost more than usual.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739128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85432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SEP 10, 2026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885432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Holiday e-commerce to grow 7.5% to 8.4%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85432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Deloitte expects total holiday sales of $1.70T to $1.71T, up 4.0% to 4.8%. [3]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48856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40296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6940296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Buyers are out there, but HP has to win them earlier and more precisely.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OPENING: FIND THE READY BUYER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HP'S HOLIDAY MEDIA SHOULD CHASE INTENT, NOT AGE AND INCOME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49%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06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Share of US TV time spent on streaming in July 2026. Broadcast was 19.5%.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4 (Nielsen, The Gauge, July 2026)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1188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We think HP's holiday is won by reaching the homes whose apps show they need more computer, not the homes that fit a demo.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10312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APPS SHOW THE NEED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331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editing, design, PC gaming and school apps are heavy workloads. A home running them is closer to an upgrade.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88036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RIVALS SHOW THE SHOPPING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Dell, Lenovo and Best Buy apps opened this month mean someone is comparing. That's a home to win now.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65760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TV STARTS THE GIFT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Half of TV time is streaming. We put HP there, then follow the same home to the phone and the retailer.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SABIO AT A GLANCE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DATA, AD TECH AND CONTENT SINCE 2014 · A PUBLICIS PARTNER FOR 9+ YEARS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2014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Founded in LA by mobile &amp; TV veterans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125066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34794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280MM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2234794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devices observed by App Science®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792931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02659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115MM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902659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CTV devices across 80MM validated households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460797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70525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~70%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570525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US streaming households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128662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38390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SBIO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238390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TSXV listed · NMSDC-certified MBE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DATA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reads real on-device app ownership and use, opened in the last 30 days. First-party signal, not licensed third-party segments or panel inference.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249168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TECH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49168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DSP, SSP and ad server built for CTV. The same stack powers always-on PMP Deal IDs and managed IO, so we can commit supply, not resell it.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041136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CONTENT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041136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Creator TV®, our owned-and-operated streaming channel, puts creator-led spots and integrations next to the audience buy.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566928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6118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IT MEANS FOR HP:  </a:t>
            </a:r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creator, gamer and comparison-shopper homes ready for a new PC, found by the apps they use and reached on 115MM CTV households.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THREE AUDIENCES FOR THE HOLIDAY PC BUYER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EACH ONE IS AN APP ECOSYSTEM, NOT A DEMOGRAPHIC · SIZED ON THE FINAL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HP's own apps (HP Smart, OMEN Gaming Hub) can be used to reinforce owners or suppress them for net-new reach. App lists finalized with HP and Zenith.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CREATOR AND STUDENT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Edits video, designs and studies on a laptop. Feels the limits of an older machine.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CapCut · Canva · Adobe Express · Microsoft 365 · Canvas Student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 to an HP AI PC built for the work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Sized at build [CONFIRM]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CONQUEST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COMPARISON SHOPPER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Opened a rival PC brand or electronics retailer app in the last 30 days.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Dell · Lenovo Vantage · Best Buy · Micro Center · Newegg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HP before the comparison ends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4" name="Text 22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Sized at build [CONFIRM]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PROVE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PC GAMER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Plays on PC every week and follows new releases on the phone.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Steam · Discord · Xbox · NVIDIA app · Twitch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Make OMEN the holiday gaming gift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4" name="Text 32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Sized at build [CONFIRM]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HOW IT RUNS, AND HOW ZENITH BUYS IT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AUDIENCE ACROSS CTV, MOBILE AND CREATOR TV · PLUGS INTO PUBLICIS COREAI AND EPSILON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Publicis route: App Science® segments onboarded to the Epsilon identity spine or packaged as a curated deal ID for the trading desk [CONFIRM with Zenith investment].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CTV · 60%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$180K. Holiday spots for AI PCs and OMEN, with a QR to HP.com or the nearest retailer.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62656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27248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MOBILE VIDEO · 30%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127248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$90K. The same CTV-exposed homes on their phones, with product and retailer links.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CREATOR TV® · 10%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$30K. Creators show what they make on an HP PC, inside shows on Sabio's own channel.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962656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27248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WAYS TO BUY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IO managed by Sabio, or a curated PMP deal ID on Zenith's DSP. One rate covers data and media.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0" y="1188720"/>
            <a:ext cx="3200400" cy="318211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87568" y="137160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ZENITH GETS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87568" y="1755648"/>
            <a:ext cx="27980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net-new app signal for CoreAI audiences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Rival brand app audiences, refreshed daily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DoubleVerify on every impression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viewability guarantee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Lift and site visits read on the same graph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TEST PLAN AND PARTNER CHECKS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$300K OVER EIGHT WEEKS · EVERYTHING ZENITH INVESTMENT ASKS BEFORE A BUY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from the Sabio rate card (Prime, standard video); CTV rate and added value tier to be confirmed before send.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BUDGET AND FLIGHT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$300K, Nov 2 to Dec 27, 2026. Spend shifts to the best audience after week 3.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243072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07664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RATE AND DELIVERY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407664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$17.48 CPM, data and media in one rate [CONFIRM CTV rate]. About 17.2MM impressions.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28944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93536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ADDED VALUE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193536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Advanced App Science® insights at $275K+: reach and frequency, app, TV and place affinities, audience verification.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MEASUREMENT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Brand lift and HP.com visits, exposed vs. control households, matched 1:1 on the App Science® graph.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3072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07664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PRIVACY AND SAFETY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407664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ownership only, never in-app behavior. Aggregated reporting. DoubleVerify and a 70% viewability guarantee.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28944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93536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DIVERSITY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193536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is minority-owned, so this spend counts toward HP and Publicis supplier diversity goals.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PROOF FROM TECH, GAMING AND RETAIL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NAMED, PUBLISHED SABIO CASE STUDIES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2026 Master Case Study Deck.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8872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99%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1344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Amazon cloud gaming VCR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CTV-only launch, with $645K in added-value impressions.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+759%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2441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Volvo full-year investment growth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Cross-screen, 90%+ VCR across six models, then a full-year commitment.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181%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Conair ROI in three weeks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Shoppable CTV, OTT and mobile, with $522K in transfer value.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669280" y="1188720"/>
            <a:ext cx="3017520" cy="3182112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70448" y="13716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WHY NOW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70448" y="1755648"/>
            <a:ext cx="26151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HP is selling fewer PCs at higher prices, and holiday is when consumers buy.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think the answer is fewer, better impressions, aimed at homes whose apps show they need a new machine.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said, product focus matters here. We'd want to know which lines lead before we size anything.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WHERE WE GO NEXT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MOVES TO BE LIVE BY NOV 2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PICK THE PRODUCTS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Zenith confirms which HP lines lead holiday: AI PCs, OMEN, or both.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21792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Zenith · by Oct 23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49168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413760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SIZE THE AUDIENCES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13760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sizes the three audiences and returns reach and the app list behind each one.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13760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05200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Sabio · 48 hours after the brief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041136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0572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205728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CHOOSE THE ROUTE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205728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IO, or a deal ID matched into CoreAI and Epsilon. Creative and QR specs locked.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05728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97168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Zenith investment · by Oct 30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0965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Happy to walk the team through it this week. Please LMK what else would help.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SOURCES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MARKET CLAIMS IN THIS DECK, AS REPORTED · RETRIEVED OCT 16, 2026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 HP Q3 FY2026 results, via Zacks, Aug 27,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 HP Q1 FY2026 earnings call, via 3DTested, Feb 25,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 Deloitte 2026 holiday retail forecast, via Chain Store Age, Sep 10, 2026.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 Nielsen, The Gauge, July 2026 (released Sep 10, 2026).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 Sabio 2026 Master Case Study Deck.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832604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E7E7E"/>
                </a:solidFill>
                <a:latin typeface="Poppins SemiBold"/>
                <a:ea typeface="Poppins SemiBold"/>
                <a:cs typeface="Poppins SemiBold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HP: Fewer PC Buyers, Paying More</dc:title>
  <dc:subject>PptxGenJS Presentation</dc:subject>
  <dc:creator>Ben Bring, Sabio</dc:creator>
  <cp:lastModifiedBy>Ben Bring, Sabio</cp:lastModifiedBy>
  <cp:revision>1</cp:revision>
  <dcterms:created xsi:type="dcterms:W3CDTF">2026-10-16T23:24:07Z</dcterms:created>
  <dcterms:modified xsi:type="dcterms:W3CDTF">2026-10-16T23:24:07Z</dcterms:modified>
</cp:coreProperties>
</file>