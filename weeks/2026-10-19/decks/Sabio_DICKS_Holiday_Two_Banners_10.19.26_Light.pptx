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gr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4805172"/>
            <a:ext cx="647572" cy="1554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48326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× DICK'S  ·  Proactive point of view for Zenith  ·  Confidential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BIO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326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Holdings · TSXV: SBIO | OTCQB: SABOF    Creator TV® | App Science® | Sabio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abio-deck-builders-/assets/sabio-logo-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1295145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 A B I O   ×   D I C K ' S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ONE HOLIDAY, TWO BANNERS, ONE HOUSEHOLD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is growing and Foot Locker is resetting. App Science® finds the sneaker, outdoor and youth sports homes that can shop both banners, and reaches them on the TV they watch.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Proactive recommendation | Prepared for Zenith | October 2026 | US only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Will Phung · Amanda Grond · Stamos Biliris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Bring · Isabella Imbriano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355080" y="411480"/>
            <a:ext cx="233172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731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Q2 COMPS, SIDE BY SIDE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12344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-3.6%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FOOT LOCKER COMP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97180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banner comps grew 4.9% in Q2. Foot Locker fell 3.6%, and its full-year comp guide moved to -2%. Holiday is the first big test of the combined business. [1]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WHAT'S HAPPENING AT DICK'S RIGHT NOW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FOUR SIGNALS FROM THE LAST SIX MONTHS · NUMBERED SOURCES ON PAGE 10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25, 2026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Net sales up 53% to $5.59B with Foot Locker 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DICK'S banner grew comps 4.9%, helped by World Cup demand, a bigger ticket and more transactions. [1]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banner has momentum to carry into holiday.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51176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AUG 25,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Foot Locker comps fell 3.6%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Legacy footwear was soft. 110 stores closed in the first half, leaving 2,478. The full-year Foot Locker comp guide is now -2%. [1]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60904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shoppers are the swing group for the combined business.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91456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MAY 27, 2026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36 House of Sport stores and a Foot Locker remodel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DICK'S runs 36 House of Sport and 44 Field House stores. The Fast Break remodel was set to reach about 250 Foot Locker stores by back-to-school. [2]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store formats need nearby households who know they exist.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39128" y="1188720"/>
            <a:ext cx="1947672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85432" y="1335024"/>
            <a:ext cx="1655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SEP 10, 2026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1572768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sales forecast to grow 4.0% to 4.8%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2258568"/>
            <a:ext cx="1655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Deloitte expects $1.70T to $1.71T in holiday sales. It sees e-commerce growing 7.5% to 8.4%. [3]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48856" y="3364992"/>
            <a:ext cx="1728216" cy="960120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0296" y="34381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WHAT IT MEANS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3621024"/>
            <a:ext cx="1545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modest season rewards share-taking, not waiting for the market.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OPENING: SELL BOTH BANNERS TO ONE HOME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WHY THE HOLIDAY PLAN SHOULD TARGET HOUSEHOLDS, NOT BANNERS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49%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Share of US TV time spent on streaming in July 2026. Broadcast was 19.5%.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77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4 (Nielsen, The Gauge, July 2026)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188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We think DICK'S wins holiday by reaching the homes that shop sneakers, gear and team sports, wherever they buy today.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031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TWO BANNERS, ONE HOUSEHOLD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331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Foot Locker app home is now a DICK'S customer too. We can see both apps on the phones in that home and plan one message across them.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803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APPS SHOW WHO IS SHOPPING NOW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108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Sneaker, outdoor and youth sports apps opened in the last 30 days tell us who is buying this season, not who fit a profile last year.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6576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THE TV IS WHERE GIFTING IS DECIDED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Half of TV time is streaming. We put the plan there, then follow the same homes to the phone and the store.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SABIO AT A GLANCE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DATA, AD TECH AND CONTENT SINCE 2014 · A PUBLICIS PARTNER FOR 9+ YEARS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2014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Founded in LA by mobile &amp; TV veterans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25066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4794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280MM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34794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devices observed by App Science®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92931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02659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115MM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02659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CTV devices across 80MM validated households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60797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0525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~70%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70525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US streaming households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28662" y="1170432"/>
            <a:ext cx="1558138" cy="102412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38390" y="1243584"/>
            <a:ext cx="1338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SBIO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38390" y="1719072"/>
            <a:ext cx="133868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TSXV listed · NMSDC-certified MBE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DATA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Science® reads real on-device app ownership and use, opened in the last 30 days. First-party signal, not licensed third-party segments or panel inference.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249168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TECH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49168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DSP, SSP and ad server built for CTV. The same stack powers always-on PMP Deal IDs and managed IO, so we can commit supply, not resell it.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41136" y="2377440"/>
            <a:ext cx="264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OUR OWN CONTENT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041136" y="2633472"/>
            <a:ext cx="2645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 TV®, our owned-and-operated streaming channel, puts creator-led spots and integrations next to the audience buy.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566928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6118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IT MEANS FOR DICK'S: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sneaker, outdoor and youth sports homes, found by the apps they use and reached on 115MM CTV households, from a partner that owns the data, the supply and the creators.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THREE AUDIENCES FOR THE HOLIDAY WINDOW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EACH ONE IS AN APP ECOSYSTEM, NOT A DEMOGRAPHIC · SIZED ON THE FINAL BUILD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and REI reach from Sabio's March 2026 Zenith competitive audience pull; refresh at build. GameChanger is a DICK'S app, so its users can be reinforced or suppressed. App lists finalized with DICK'S and Zenith.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PRIME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SNEAKER HOUSEHOLD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or Champs app in the home, plus a sneaker drop app. Buys footwear as gifts.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Foot Locker · Champs Sports · Nike SNKRS · GOAT · StockX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Bring the Foot Locker home into DICK'S for the rest of the list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5.7MM | OTT 9.3MM | Mobile 13.3MM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49168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3760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CONQUEST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OUTDOOR GIFTER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13760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Shops REI and plans trips on the phone. Buys jackets, boots and gear in Q4.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13760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3413760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REI · AllTrails · Strava · onX · Patagonia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3760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 the outdoor gift before it goes to REI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13760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05200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3505200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CTV 10.2MM | OTT 15.1MM | Mobile 19.1MM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41136" y="1188720"/>
            <a:ext cx="2645664" cy="32461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05728" y="1335024"/>
            <a:ext cx="231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PROVE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205728" y="1554480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YOUTH SPORTS PARENT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05728" y="201168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a team calendar and scores games on the phone. Buys gear for the next season.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205728" y="2606040"/>
            <a:ext cx="231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APP ECOSYSTEM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6205728" y="2788920"/>
            <a:ext cx="231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GameChanger · TeamSnap · SportsEngine · Little League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205728" y="333756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A65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the winter sports and spring gear list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5728" y="3767328"/>
            <a:ext cx="2316480" cy="512064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97168" y="3813048"/>
            <a:ext cx="213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UNIQUE MONTHLY REACH  [CONFIRM]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6297168" y="3995928"/>
            <a:ext cx="213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Sized at build [CONFIRM]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HOW IT RUNS, AND HOW ZENITH BUYS IT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ONE AUDIENCE ACROSS CTV, MOBILE AND CREATOR TV · PLUGS INTO PUBLICIS COREAI AND EPSILON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Publicis route: App Science® segments onboarded to the Epsilon identity spine or packaged as a curated deal ID for the trading desk [CONFIRM with Zenith investment].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CTV · 60%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$180K. Holiday gifting spots on every major streaming platform, with a QR to the nearest House of Sport or Foot Locker.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62656" y="118872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7248" y="135331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MOBILE VIDEO · 30%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166420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$90K. The same CTV-exposed homes on their phones, with store locator and app download calls to action.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CREATOR TV® · 10%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$30K. Creator-led gift guides inside sports and lifestyle shows on Sabio's own channel.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62656" y="2834640"/>
            <a:ext cx="2377440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2999232"/>
            <a:ext cx="2048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WAYS TO BUY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27248" y="331012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 managed by Sabio, or a curated PMP deal ID on Zenith's DSP. One rate covers data and media.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3200400" cy="3182112"/>
          </a:xfrm>
          <a:prstGeom prst="rect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87568" y="137160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WHAT ZENITH GETS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755648"/>
            <a:ext cx="27980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net-new app signal for CoreAI audiences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list behind every segment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DoubleVerify on every impression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 viewability guarantee</a:t>
            </a:r>
            <a:endParaRPr lang="en-US" sz="9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pacing, with a store visit read on the same graph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THE TEST PLAN AND PARTNER CHECKS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$300K OVER EIGHT WEEKS · EVERYTHING ZENITH INVESTMENT ASKS BEFORE A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from the Sabio rate card (Prime, standard video); CTV rate and added value tier to be confirmed before send.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BUDGET AND FLIGHT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$300K, Nov 2 to Dec 27, 2026. Spend shifts to the best audience after week 3.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3072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7664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RATE AND DELIVERY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407664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$17.48 CPM, data and media in one rate [CONFIRM CTV rate]. About 17.2MM impressions.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28944" y="1188720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3536" y="1335024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ADDED VALUE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193536" y="1591056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App Science® insights at $275K+: reach and frequency, app, TV and place affinities, audience verification.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MEASUREMENT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visits and cost per visit for House of Sport and Foot Locker, exposed vs. control, on the same graph.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3072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7664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PRIVACY AND SAFETY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3407664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ownership only, never in-app behavior. Aggregated reporting. DoubleVerify and a 70% viewability guarantee.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28944" y="2852928"/>
            <a:ext cx="2657856" cy="153619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93536" y="2999232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SUPPLIER DIVERSITY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3536" y="3255264"/>
            <a:ext cx="23286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is minority-owned, so this spend counts toward DICK'S and Publicis supplier diversity goals.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PROOF FROM RETAIL HOLIDAYS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NAMED, PUBLISHED SABIO CASE STUDIES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539996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2026 Master Case Study Deck.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181%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344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Conair ROI in three weeks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Shoppable CTV, OTT and mobile drove $522K in transfer value, with 94% VCR.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Holiday campaigns for Macy's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one delivered over the VCR benchmark, with a supplier diversity commitment.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029200" cy="987552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+23.9%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Hu Chocolate mobile completion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 benchmark, with CTV QR and custom shopper targeting.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1188720"/>
            <a:ext cx="3017520" cy="3182112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70448" y="13716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WHY NOW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70448" y="1755648"/>
            <a:ext cx="261518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Foot Locker is the newest part of DICK'S, and holiday is its first real season inside the company.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think the homes that shop both banners are the cheapest growth DICK'S has this quarter.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said, it only works if we start before the first gifting weekend, so timing matters more than size here.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WHERE WE GO NEXT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THREE MOVES TO BE LIVE BY NOV 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PICK THE GOAL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Zenith confirms the holiday KPI: store visits, app installs or online sales, and which banner leads.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· by Oct 23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49168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SIZE THE AUDIENCES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413760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Sabio refreshes the three audiences and returns reach, app lists and a store visit baseline.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3760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5200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Sabio · 48 hours after the goal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41136" y="1188720"/>
            <a:ext cx="2645664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57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0A8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05728" y="190195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CHOOSE THE ROUTE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205728" y="2350008"/>
            <a:ext cx="231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IO, or a deal ID matched into CoreAI and Epsilon. Creative and QR specs locked.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5728" y="3429000"/>
            <a:ext cx="2316480" cy="384048"/>
          </a:xfrm>
          <a:prstGeom prst="rect">
            <a:avLst/>
          </a:prstGeom>
          <a:solidFill>
            <a:srgbClr val="E9E9E9"/>
          </a:solidFill>
          <a:ln w="12700">
            <a:solidFill>
              <a:srgbClr val="E9E9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7168" y="3429000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5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Zenith investment · by Oct 30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096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Happy to walk the team through it this week. Please LMK what else would help.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SOURCES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E0A8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MARKET CLAIMS IN THIS DECK, AS REPORTED · RETRIEVED OCT 16, 2026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 DICK'S Sporting Goods Q2 FY2026 results, Aug 25, 2026, via FashionUnited.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 EMARKETER, Dick's experiential store strategy drives 6% comp growth, May 27, 2026.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 Deloitte 2026 holiday retail forecast, via Chain Store Age, Sep 10, 2026.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 Nielsen, The Gauge, July 2026 (released Sep 10, 2026).</a:t>
            </a:r>
            <a:endParaRPr lang="en-US" sz="8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 Sabio 2026 Master Case Study Deck; Sabio competitive audience pull for Zenith, Mar 2026.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32604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Sabio Holdings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Sabio x DICK'S Sporting Goods: Holiday Across Two Banners</dc:title>
  <dc:subject>PptxGenJS Presentation</dc:subject>
  <dc:creator>Ben Bring, Sabio</dc:creator>
  <cp:lastModifiedBy>Ben Bring, Sabio</cp:lastModifiedBy>
  <cp:revision>1</cp:revision>
  <dcterms:created xsi:type="dcterms:W3CDTF">2026-10-16T23:25:00Z</dcterms:created>
  <dcterms:modified xsi:type="dcterms:W3CDTF">2026-10-16T23:25:00Z</dcterms:modified>
</cp:coreProperties>
</file>