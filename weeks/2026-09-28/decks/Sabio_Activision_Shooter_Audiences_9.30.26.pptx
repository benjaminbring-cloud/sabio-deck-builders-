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A44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F2A44"/>
                </a:solidFill>
                <a:latin typeface="Arial"/>
              </a:rPr>
              <a:t>Net-new CTV households by audience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Net-new CTV households (MM)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&quot;+&quot;0&quot;M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Franchise players</c:v>
                  </c:pt>
                  <c:pt idx="1">
                    <c:v>Rival shooter players</c:v>
                  </c:pt>
                  <c:pt idx="2">
                    <c:v>Lapsed console homes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dLbls>
          <c:numFmt formatCode="&quot;+&quot;0&quot;M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C8A"/>
              </a:solidFill>
              <a:effectLst/>
            </c:spPr>
          </c:dPt>
          <c:dPt>
            <c:idx val="1"/>
            <c:bubble3D val="0"/>
            <c:spPr>
              <a:solidFill>
                <a:srgbClr val="E870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Exposed</c:v>
                </c:pt>
                <c:pt idx="1">
                  <c:v>Holdout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A B I O   ×   A C T I V I S I O 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THE SHOOTER HOUSEHOLD ON THE BIG SCREEN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audiences built from Call of Duty and rival shooter app ownership, activated on US CTV and mobile around the Q4 launch window, measured to pre-orders and installs.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recommendation | Prepared for Omnicom | October 2026 | US only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 Mallalieu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Bring · Janis Ciuffini · Shae Mackey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TV®  |  APP SCIENCE®  |  SABIO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mobile-first graph fits a console and mobile shooter, on one page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1051560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69364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150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89404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signals, the signal ladder, the app list, three core audiences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769364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5 – 8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487168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328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SCALE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07208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reach builds, where it runs, creator-led spots, the path to pre-order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487168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10 – 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4972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506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PRIVACY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525012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and installs, proof, data considerations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204972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14 – 16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22776"/>
            <a:ext cx="64008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9684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NEXT STEPS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42816"/>
            <a:ext cx="6035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test and what we need to start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922776"/>
            <a:ext cx="128016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pp. 18 –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ACTIVISION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 A LAUNCH TEAM WILL ASK · OUR SHORT ANSWERS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QUESTION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ANSWER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you find real players?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Yes. Call of Duty: Mobile and rival shooter apps are observed on the device, opened in the last 30 days. Not modeled.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–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you conquest rivals?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Yes. Fortnite, PUBG Mobile, Free Fire and Delta Force players are each a targetable ecosystem.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– 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it reach the TV?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only: 280MM mobile devices matched to 115MM CTV households on the same home IP.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it drive action?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CTV with QR to pre-order, mobile click-through to install, read by household and device.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– 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44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 new?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 TV®, our O&amp;O streaming channel, carries creator-led gaming spots next to the audience buy.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AUDIENCE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already playing shooters on their phones, and the households those phones live in.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5 – 8 · Signals, the signal ladder, the app list, core audiences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APP SIGNALS FOR ACTIVISION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ON A PHONE BEST IDENTIFY THE GAMING HOUSEHOLD BEHIND THE TV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come from apps opened in the last 30 days, matched to the CTV on the same home IP. Source: App Science® household graph methodology, 2026.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OF DUTY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of Duty: Mobile and the COD companion app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the franchise. The easiest homes to move to the new launch.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 SHOOTERS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Fortnite, PUBG Mobile, Free Fire, Delta Force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the genre, not yet the franchise. The conquest pool.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Xbox, PlayStation App, Game Pass, Steam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console or PC in the home. Tells us where the pre-order will happen.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92024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144475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1783080"/>
            <a:ext cx="1591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Discord, Twitch, YouTube Gaming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2606040"/>
            <a:ext cx="1591056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and talks gaming. Sets the creative and the creator-led angle.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GAMER TO SHOOTER PLAYER IN THE HOME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LADDER · EACH STEP DOWN IS A STRONGER REASON TO PRE-ORDER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counts are illustrative until the build. [CONFIRM before sending] Every segment is built to the brief from the 2026 App Science® taxonomy.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75104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CATEGORY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enthusiast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from content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75104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9192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SEGMENT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owner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from purchase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75104" cy="1600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64024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BEHAVIOR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a mobile shooter regularly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in the last 30 days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75104" cy="16002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48856" y="1417320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ON THE DEVICE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169164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Shooter app + console app on one phone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237744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on the phone, matched to the TV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22MM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with a mobile shooter in use [CONFIRM]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7MM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154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with a shooter and a console app [CONFIRM]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APPS WE CAN BUILD FROM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OF EACH APP IS A TARGETING INPUT, ALONE OR COMBINED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US mobile devices per app. Final counts come from the build. [CONFIRM before sending] Source: Sabio gaming targeting builds, 2025 – 2026.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Activision and Call of Duty apps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of Duty: Mobile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793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9MM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companion app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793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Candy Crush (halo)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793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66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411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 SHOOTERS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411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 royale and tactical shooters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4411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9987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14MM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411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PUBG Mobile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987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411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Fire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987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441192" y="312724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Force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998720" y="312724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1.5MM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41192" y="3438144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Strike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98720" y="34381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96000" y="1280160"/>
            <a:ext cx="2590800" cy="32689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0592" y="1417320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COMMUNITY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60592" y="1691640"/>
            <a:ext cx="2261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buy, watch and talk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260592" y="2194560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Xbox / Game Pass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2194560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11MM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60592" y="2505456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PlayStation App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2505456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13MM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60592" y="2816352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818120" y="2816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6MM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60592" y="3127248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3127248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25MM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260592" y="3438144"/>
            <a:ext cx="158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Twitch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3438144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12MM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AUDIENCES FOR THE LAUNCH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AN APP ECOSYSTEM, NOT A DEMOGRAPHIC · SIZED ON THE FINAL BUILD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Candy Crush sits under Activision Blizzard and can be used as a halo or suppressed. Reach is illustrative until the final build.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FRANCHISE PLAYER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plays Call of Duty on the phone. Knows the launch is coming.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of Duty: Mobile · COD companion · Xbox · PlayStation App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Pre-order, and play on day one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6MM | OTT 4MM | Mobile 9MM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136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136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9852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CONQUEST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39852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RIVAL SHOOTER PLAYER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9852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the genre every week, in someone else's game.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39852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39852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Fortnite · PUBG Mobile · Free Fire · Delta Force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9852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them to Call of Duty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39852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39852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12MM | OTT 8MM | Mobile 17MM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65520" y="1234440"/>
            <a:ext cx="2621280" cy="3342132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65520" y="1234440"/>
            <a:ext cx="2621280" cy="60350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02680" y="1307592"/>
            <a:ext cx="234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02680" y="1508760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LAPSED CONSOLE HOME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02680" y="1892808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and Game Pass on the phone, no Call of Duty app in 30 days.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02680" y="2395728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ECOSYSTEM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202680" y="2578608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Xbox · Game Pass · Steam · Discord · Twitch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02680" y="31089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back for the new title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02680" y="3474720"/>
            <a:ext cx="234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REACH  [CONFIRM]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202680" y="36576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9MM | OTT 6MM | Mobile 13MM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SCALE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audiences that build to scale on CTV and mobile, with creator-led spots and a path to pre-order.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10 – 12 · How reach builds, where it runs, the path to pre-order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AUDIENCES BUILD TO 24MM HOUSEHOLDS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CTV REACH GROWS AS EACH AUDIENCE IS LAYERED IN · DEDUPLICATED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Illustrative. Net-new counts remove homes already in an earlier audience. [CONFIRM before sending] Source: App Science® household graph methodology, 2025 – 2026.</a:t>
            </a:r>
            <a:endParaRPr lang="en-US" sz="7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CTV households across the three audiences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Conquest adds the most homes, and that's where launch growth comes from.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which apps sit on a phone, find the home IP it returns to, and connect it to the CTV on that same IP.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MEDIA AND CREATORS TOGETHER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RUNS ON SABIO MEDIA · NO DATA CPM, LICENSE OR MATCH FEE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TV® talent examples: Azzyland (20MM followers), Uncle Roger (20MM followers). Talent fit for Activision to be confirmed.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TV OEM and streaming device. Non-skippable video, QR codes to pre-order.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28016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417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737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video and display on the same households, one tap from the store.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PMP and deal IDs into the DSP Omnicom already buys through.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2743200"/>
            <a:ext cx="2331720" cy="13258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63240" y="2880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TV®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200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O&amp;O streaming channel. Creator-led spots and integrations with gaming talent.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280160"/>
            <a:ext cx="3154680" cy="2788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ACTIVISION GETS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8288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included in the media CPM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creative built in-house at no extra cost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frequency managed across screens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DoubleVerify on all supply, TAG registered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Science® readout on who pre-ordered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SCREEN TO DAY ONE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HOUSEHOLD, THREE MOMENTS · THE TV BUILDS THE HYPE, THE PHONE CLOSES IT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CTV video with QR code, 96% VCR. Mobile video benchmark 85% VCR. [CONFIRM launch title and date with Activision]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video with QR code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Shooter households see the launch trailer on the big screen. The QR code goes straight to pre-order.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77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video and display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households are retargeted on their phones after CTV exposure, including rival shooter players.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3774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468880" cy="2651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508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and play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377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players go to Call of Duty: Mobile or the companion app. Console homes go to the platform store.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AND PRIVACY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against pre-orders and installs, proven in gaming, built on data you can defend.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14 – 16 · Attribution, proof, data considerations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PRE-ORDERS AND INSTALLS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PATHS TO ONE CONVERSION · ACTIVISION'S MEASUREMENT PARTNER STAYS THE JUDGE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Sabio Performance attribution materials, 2025 – 2026. MMP integration confirmed at setup: Adjust live today, AppsFlyer validation in progress. [CONFIRM]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· VIEW-THROUGH TO PRE-ORDER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plays on the TV. Household IP is logged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889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861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861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in the home scans the QR or searches the store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40580" y="1554480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030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030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page visited, Sabio pixel fires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32270" y="1554480"/>
            <a:ext cx="1954530" cy="10972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41998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41998" y="1947672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matched to the impression, read against the holdout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07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CLICK-THROUGH TO INSTALL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plays on the phone and is tapped. Device ID logged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4889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5861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5861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Redirected to the app store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0580" y="3127248"/>
            <a:ext cx="1954530" cy="109728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030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030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of Duty app installs and opens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32270" y="3127248"/>
            <a:ext cx="1954530" cy="10972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41998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841998" y="3520440"/>
            <a:ext cx="1735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MMP matches the device ID to the click. Install counted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AUDIENCES, PROVEN LIVE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CLEARED CASE STUDIES AND ANONYMIZED READOUTS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Sabio 2026 Master Case Study Deck; government health agency case study; App Science® QSR brand-lift study, Q3 2025.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3258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video completion rate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276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 gaming, CTV-exclusive campaign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9456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+250%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286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rate over benchmark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Gov't health agency, adults 18 – 24 with a gaming affinity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846320" cy="8412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15468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+249%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download intent lift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3547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QSR brand, App Science® brand-lift, 99% confidence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1234440"/>
            <a:ext cx="3154680" cy="27889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7830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is when shooter launches are won or lost, and the conquest pool is on phones every day.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think a four-week read on rival shooter players is the fastest way to show what the graph adds to the launch plan.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DATA CONSIDERATIONS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SEE, WHAT WE DON'T, AND WHAT STAYS PUT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Sabio Internal FAQ and CTV FAQ, 2026. Data management documentation available on request.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OBSERVE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are installed and how recently they're used. Never in-game activity or anything a player types.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5264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2424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92424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audiences only, 18+. Mature-rated creative runs only on age-appropriate inventory.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53328" y="1234440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0488" y="134416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LEAVES SABIO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1618488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device IDs. Reporting is aggregated by age, demo and geo. Exposure files can go to your MMP.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SIGNAL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Apple's restrictions mean most app data comes from Android. We show the iOS share on the build.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55264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92424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ACTIVISION 1P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92424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lists can be layered in or suppressed via LiveRamp or a clean room, on Activision's terms.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53328" y="2996946"/>
            <a:ext cx="2633472" cy="1597914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0488" y="310667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SAFETY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3380994"/>
            <a:ext cx="2359152" cy="1140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DoubleVerify on all supply, TAG registered, US only. Block and allow lists accepted.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C T I O N   0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NEXT STEPS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US launch test with a holdout, and three things we need to start.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18 – 19 · Test design,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WEEKS LIVE, ONE CLEAN READ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US TEST AROUND LAUNCH · ILLUSTRATIVE, BUDGET AND FLIGHT TO BE SET WITH OMNICOM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94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sized and priced on request from the Sabio rate card. No other client's pricing is referenced here.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0312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470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KPI and MMP. Build and size the three audiences. Player-list suppression in place.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234440"/>
            <a:ext cx="3657600" cy="141732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3441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 – 5 · LIVE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572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47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CTV with QR, mobile retargeting, creator-led spots. Weekly delivery and conversion reporting.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2103120" cy="14173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344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470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and installs by audience against the holdout, plus App Science® insights.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2788920"/>
          <a:ext cx="1737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2240280" y="29718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matched households see nothing, so conversions are read against no exposure.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0" y="2834640"/>
            <a:ext cx="4114800" cy="16459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START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32004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Pre-orders, installs or both, and the MMP.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date and the flight around it.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intro. 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Activision media lead on the Omnicom side.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960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23520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20 minutes at Adweek.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60096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Josh, we'd love to walk you through this in person and hear what the launch plan needs.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2410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2410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INTRO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46202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Activision team.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282778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intro to whoever owns audiences on the account, so we can build to their brief.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50920"/>
            <a:ext cx="8229600" cy="104394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50920"/>
            <a:ext cx="146304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68884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audiences in 48 hours.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405460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launch window and KPI, and we'll turn around sized audiences and a test plan.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build any of this out further. Please let us know what else might be helpful.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Bring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VP, Agency and Client Partnerships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bbring@sabio.inc · 347-249-5838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Shae Mackey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926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Sales, East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154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shae@sabio.inc · 516-849-8356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320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Sabio Holdings · TSXV: SBIO | OTCQB: SABOF    CREATOR TV®  |  APP SCIENCE®  |  SABIO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Activision: Reaching the Shooter Household</dc:title>
  <dc:subject>PptxGenJS Presentation</dc:subject>
  <dc:creator>Ben Bring, Sabio</dc:creator>
  <cp:lastModifiedBy>Ben Bring, Sabio</cp:lastModifiedBy>
  <cp:revision>1</cp:revision>
  <dcterms:created xsi:type="dcterms:W3CDTF">2026-09-30T23:31:34Z</dcterms:created>
  <dcterms:modified xsi:type="dcterms:W3CDTF">2026-09-30T23:31:34Z</dcterms:modified>
</cp:coreProperties>
</file>