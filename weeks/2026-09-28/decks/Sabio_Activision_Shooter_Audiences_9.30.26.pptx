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F2A44"/>
                </a:solidFill>
                <a:latin typeface="Arial"/>
              </a:defRPr>
            </a:pPr>
            <a:r>
              <a:rPr sz="1000" b="0" i="0" u="none" strike="noStrike">
                <a:solidFill>
                  <a:srgbClr val="1F2A44"/>
                </a:solidFill>
                <a:latin typeface="Arial"/>
              </a:rPr>
              <a:t>Net-new CTV households by audience (MM)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Net-new CTV households (MM)</c:v>
                </c:pt>
              </c:strCache>
            </c:strRef>
          </c:tx>
          <c:spPr>
            <a:solidFill>
              <a:srgbClr val="2E5C8A"/>
            </a:solidFill>
            <a:effectLst/>
          </c:spPr>
          <c:invertIfNegative val="0"/>
          <c:dLbls>
            <c:numFmt formatCode="&quot;+&quot;0&quot;MM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4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Franchise players</c:v>
                  </c:pt>
                  <c:pt idx="1">
                    <c:v>Rival shooter players</c:v>
                  </c:pt>
                  <c:pt idx="2">
                    <c:v>Lapsed console homes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11</c:v>
                </c:pt>
                <c:pt idx="2">
                  <c:v>7</c:v>
                </c:pt>
              </c:numCache>
            </c:numRef>
          </c:val>
        </c:ser>
        <c:dLbls>
          <c:numFmt formatCode="&quot;+&quot;0&quot;MM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2A4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5C8A"/>
              </a:solidFill>
              <a:effectLst/>
            </c:spPr>
          </c:dPt>
          <c:dPt>
            <c:idx val="1"/>
            <c:bubble3D val="0"/>
            <c:spPr>
              <a:solidFill>
                <a:srgbClr val="E8703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Exposed</c:v>
                </c:pt>
                <c:pt idx="1">
                  <c:v>Holdout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A B I O   ×   A C T I V I S I O 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REACHING THE SHOOTER HOUSEHOLD ON THE BIG SCREEN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146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Science® audiences built from Call of Duty and rival shooter app ownership, activated on US CTV and mobile around the Q4 launch window, measured to pre-orders and installs.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recommendation | Prepared for Omnicom | October 2026 | US only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 Mallalieu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 Bring · Janis Ciuffini · Shae Mackey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7320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TV®  |  APP SCIENCE®  |  SABIO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71600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mobile-first graph fits a console and mobile shooter, on one page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406640" y="1051560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3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769364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815084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89404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Gaming signals, the signal ladder, the app list, three core audiences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406640" y="1769364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5 – 8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487168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53288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 AND SCALE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807208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reach builds, where it runs, creator-led spots, the path to pre-order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406640" y="2487168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10 – 12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04972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5069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AND PRIVACY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525012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Pre-orders and installs, proof, data considerations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3204972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14 – 16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22776"/>
            <a:ext cx="64008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39684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AND NEXT STEPS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242816"/>
            <a:ext cx="6035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test and what we need to start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406640" y="3922776"/>
            <a:ext cx="1280160" cy="626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pp. 18 – 19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FITS ACTIVISION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QUESTIONS A LAUNCH TEAM WILL ASK · OUR SHORT ANSWERS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93776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QUESTION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 ANSWER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 you find real players?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Yes. Call of Duty: Mobile and rival shooter apps are observed on the device, opened in the last 30 days. Not modeled.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– 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 you conquest rivals?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Yes. Fortnite, PUBG Mobile, Free Fire and Delta Force players are each a targetable ecosystem.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– 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it reach the TV?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only: 280MM mobile devices matched to 115MM CTV households on the same home IP.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 it drive action?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CTV with QR to pre-order, mobile click-through to install, read by household and device.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– 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441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Anything new?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 TV®, our O&amp;O streaming channel, carries creator-led gaming spots next to the audience buy.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AUDIENCE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people already playing shooters on their phones, and the households those phones live in.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5 – 8 · Signals, the signal ladder, the app list, core audiences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 SIGNALS FOR ACTIVISION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APPS ON A PHONE BEST IDENTIFY THE GAMING HOUSEHOLD BEHIND THE TV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come from apps opened in the last 30 days, matched to the CTV on the same home IP. Source: App Science® household graph methodology, 2026.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OF DUTY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of Duty: Mobile and the COD companion app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in the franchise. The easiest homes to move to the new launch.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6032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2491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RIVAL SHOOTERS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72491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Fortnite, PUBG Mobile, Free Fire, Delta Force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72491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the genre, not yet the franchise. The conquest pool.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2803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Xbox, PlayStation App, Game Pass, Steam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2803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console or PC in the home. Tells us where the pre-order will happen.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280160"/>
            <a:ext cx="192024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31152" y="144475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931152" y="1783080"/>
            <a:ext cx="15910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Discord, Twitch, YouTube Gaming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931152" y="2606040"/>
            <a:ext cx="1591056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Watches and talks gaming. Sets the creative and the creator-led angle.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GAMER TO SHOOTER PLAYER IN THE HOME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SIGNAL LADDER · EACH STEP DOWN IS A STRONGER REASON TO PRE-ORDER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counts are illustrative until the build. [CONFIRM before sending] Every segment is built to the brief from the 2026 App Science® taxonomy.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975104" cy="1600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CATEGORY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Gaming enthusiast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from content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42032" y="1280160"/>
            <a:ext cx="1975104" cy="1600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79192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SEGMENT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79192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 owner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9192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from purchase data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26864" y="1280160"/>
            <a:ext cx="1975104" cy="16002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64024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BEHAVIOR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764024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a mobile shooter regularly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764024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in the last 30 days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11696" y="1280160"/>
            <a:ext cx="1975104" cy="160020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48856" y="1417320"/>
            <a:ext cx="17007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ON THE DEVICE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848856" y="1691640"/>
            <a:ext cx="1700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Shooter app + console app on one phone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48856" y="2377440"/>
            <a:ext cx="1700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on the phone, matched to the TV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154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22MM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224028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 with a mobile shooter in use [CONFIRM]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663440" y="3154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7MM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31546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 with a shooter and a console app [CONFIRM]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APPS WE CAN BUILD FROM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OF EACH APP IS A TARGETING INPUT, ALONE OR COMBINED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US mobile devices per app. Final counts come from the build. [CONFIRM before sending] Source: Sabio gaming targeting builds, 2025 – 2026.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59080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417320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FRANCHISE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691640"/>
            <a:ext cx="2261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Activision and Call of Duty apps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9456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of Duty: Mobile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2179320" y="219456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9MM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505456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 companion app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79320" y="2505456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2MM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816352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Candy Crush (halo)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79320" y="2816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20MM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76600" y="1280160"/>
            <a:ext cx="259080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41192" y="1417320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RIVAL SHOOTERS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41192" y="1691640"/>
            <a:ext cx="2261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Battle royale and tactical shooters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441192" y="219456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Fortnite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998720" y="219456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14MM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441192" y="2505456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PUBG Mobile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98720" y="2505456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5MM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441192" y="2816352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Fire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998720" y="2816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4MM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441192" y="3127248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Force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998720" y="3127248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1.5MM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441192" y="3438144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Strike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98720" y="3438144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1MM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96000" y="1280160"/>
            <a:ext cx="2590800" cy="32689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60592" y="1417320"/>
            <a:ext cx="2261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&amp; COMMUNITY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260592" y="1691640"/>
            <a:ext cx="22616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they buy, watch and talk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260592" y="2194560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Xbox / Game Pass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2194560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11MM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260592" y="2505456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PlayStation App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818120" y="2505456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13MM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260592" y="2816352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Steam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818120" y="2816352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6MM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60592" y="3127248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7818120" y="3127248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25MM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260592" y="3438144"/>
            <a:ext cx="158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Twitch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818120" y="3438144"/>
            <a:ext cx="70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12MM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CORE AUDIENCES FOR THE LAUNCH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IS AN APP ECOSYSTEM, NOT A DEMOGRAPHIC · SIZED ON THE FINAL BUILD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Candy Crush sits under Activision Blizzard and can be used as a halo or suppressed. Reach is illustrative until the final build.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21280" cy="33421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2621280" cy="603504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07592"/>
            <a:ext cx="234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08760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FRANCHISE PLAYER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89280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plays Call of Duty on the phone. Knows the launch is coming.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3957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ECOSYSTEM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78608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of Duty: Mobile · COD companion · Xbox · PlayStation App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108960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Pre-order, and play on day one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7472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REACH  [CONFIRM]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5760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6MM | OTT 4MM | Mobile 9MM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61360" y="1234440"/>
            <a:ext cx="2621280" cy="33421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61360" y="1234440"/>
            <a:ext cx="2621280" cy="603504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98520" y="1307592"/>
            <a:ext cx="234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CONQUEST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398520" y="1508760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RIVAL SHOOTER PLAYER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398520" y="189280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the genre every week, in someone else's game.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98520" y="23957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ECOSYSTEM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398520" y="2578608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Fortnite · PUBG Mobile · Free Fire · Delta Force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398520" y="3108960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them to Call of Duty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398520" y="347472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REACH  [CONFIRM]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398520" y="365760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12MM | OTT 8MM | Mobile 17MM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65520" y="1234440"/>
            <a:ext cx="2621280" cy="33421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65520" y="1234440"/>
            <a:ext cx="2621280" cy="603504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02680" y="1307592"/>
            <a:ext cx="2346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202680" y="1508760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LAPSED CONSOLE HOME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02680" y="1892808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 and Game Pass on the phone, no Call of Duty app in 30 days.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202680" y="2395728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ECOSYSTEM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202680" y="2578608"/>
            <a:ext cx="234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Xbox · Game Pass · Steam · Discord · Twitch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202680" y="3108960"/>
            <a:ext cx="234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back for the new title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202680" y="3474720"/>
            <a:ext cx="2346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REACH  [CONFIRM]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202680" y="3657600"/>
            <a:ext cx="234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9MM | OTT 6MM | Mobile 13MM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 AND SCALE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audiences that build to scale on CTV and mobile, with creator-led spots and a path to pre-order.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10 – 12 · How reach builds, where it runs, the path to pre-order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AUDIENCES BUILD TO 24MM HOUSEHOLDS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CTV REACH GROWS AS EACH AUDIENCE IS LAYERED IN · DEDUPLICATED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Illustrative. Net-new counts remove homes already in an earlier audience. [CONFIRM before sending] Source: App Science® household graph methodology, 2025 – 2026.</a:t>
            </a:r>
            <a:endParaRPr lang="en-US" sz="7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0" y="1280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24MM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CTV households across the three audiences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Conquest adds the most homes, and that's where launch growth comes from.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see which apps sit on a phone, find the home IP it returns to, and connect it to the CTV on that same IP.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MEDIA AND CREATORS TOGETHER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SCIENCE® RUNS ON SABIO MEDIA · NO DATA CPM, LICENSE OR MATCH FEE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TV® talent examples: Azzyland (20MM followers), Uncle Roger (20MM followers). Talent fit for Activision to be confirmed.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41732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73736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major TV OEM and streaming device. Non-skippable video, QR codes to pre-order.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926080" y="128016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63240" y="141732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063240" y="173736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video and display on the same households, one tap from the store.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PROGRAMMATIC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PMP and deal IDs into the DSP Omnicom already buys through.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26080" y="2743200"/>
            <a:ext cx="2331720" cy="1325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63240" y="28803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TV®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63240" y="32004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O&amp;O streaming channel. Creator-led spots and integrations with gaming talent.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532120" y="1280160"/>
            <a:ext cx="3154680" cy="278892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15000" y="14630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ACTIVISION GETS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1828800"/>
            <a:ext cx="2788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 included in the media CPM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creative built in-house at no extra cost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Household frequency managed across screens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DoubleVerify on all supply, TAG registered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Science® readout on who pre-ordered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SCREEN TO DAY ONE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HOUSEHOLD, THREE MOMENTS · THE TV BUILDS THE HYPE, THE PHONE CLOSES IT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CTV video with QR code, 96% VCR. Mobile video benchmark 85% VCR. [CONFIRM launch title and date with Activision]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468880" cy="26517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087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video with QR code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774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Shooter households see the launch trailer on the big screen. The QR code goes straight to pre-order.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23774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337560" y="1325880"/>
            <a:ext cx="2468880" cy="26517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20440" y="15087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video and display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23774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households are retargeted on their phones after CTV exposure, including rival shooter players.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23774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217920" y="1325880"/>
            <a:ext cx="2468880" cy="26517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50876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and play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3774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players go to Call of Duty: Mobile or the companion app. Console homes go to the platform store.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AND PRIVACY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against pre-orders and installs, proven in gaming, built on data you can defend.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14 – 16 · Attribution, proof, data considerations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AGAINST PRE-ORDERS AND INSTALLS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PATHS TO ONE CONVERSION · ACTIVISION'S MEASUREMENT PARTNER STAYS THE JUDGE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Sabio Performance attribution materials, 2025 – 2026. MMP integration confirmed at setup: Adjust live today, AppsFlyer validation in progress. [CONFIRM]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· VIEW-THROUGH TO PRE-ORDER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plays on the TV. Household IP is logged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48890" y="1554480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861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65861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in the home scans the QR or searches the store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40580" y="1554480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030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75030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Pre-order page visited, Sabio pixel fires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32270" y="1554480"/>
            <a:ext cx="1954530" cy="109728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41998" y="1645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41998" y="1947672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 matched to the impression, read against the holdout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80720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CLICK-THROUGH TO INSTALL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127248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plays on the phone and is tapped. Device ID logged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548890" y="3127248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65861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65861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Redirected to the app store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40580" y="3127248"/>
            <a:ext cx="1954530" cy="10972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5030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75030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of Duty app installs and opens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732270" y="3127248"/>
            <a:ext cx="1954530" cy="109728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41998" y="32186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841998" y="3520440"/>
            <a:ext cx="1735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MMP matches the device ID to the click. Install counted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GAMING AUDIENCES, PROVEN LIVE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CLEARED CASE STUDIES AND ANONYMIZED READOUTS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Sabio 2026 Master Case Study Deck; government health agency case study; App Science® QSR brand-lift study, Q3 2025.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84632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234440"/>
            <a:ext cx="1600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13258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video completion rate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162763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cloud gaming, CTV-exclusive campaign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484632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2194560"/>
            <a:ext cx="1600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+250%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228600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scan rate over benchmark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258775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Gov't health agency, adults 18 – 24 with a gaming affinity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484632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154680"/>
            <a:ext cx="1600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+249%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2240280" y="32461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download intent lift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354787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QSR brand, App Science® brand-lift, 99% confidence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32120" y="1234440"/>
            <a:ext cx="3154680" cy="278892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15000" y="1417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THIS, WHY NOW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1783080"/>
            <a:ext cx="2743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is when shooter launches are won or lost, and the conquest pool is on phones every day.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think a four-week read on rival shooter players is the fastest way to show what the graph adds to the launch plan.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AND DATA CONSIDERATIONS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SEE, WHAT WE DON'T, AND WHAT STAYS PUT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Sabio Internal FAQ and CTV FAQ, 2026. Data management documentation available on request.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441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OBSERVE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618488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apps are installed and how recently they're used. Never in-game activity or anything a player types.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55264" y="1234440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92424" y="13441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392424" y="1618488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 audiences only, 18+. Mature-rated creative runs only on age-appropriate inventory.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53328" y="1234440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90488" y="1344168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LEAVES SABIO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1618488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device IDs. Reporting is aggregated by age, demo and geo. Exposure files can go to your MMP.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96946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106674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SIGNAL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380994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Apple's restrictions mean most app data comes from Android. We show the iOS share on the build.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55264" y="2996946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92424" y="3106674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ACTIVISION 1P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392424" y="3380994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lists can be layered in or suppressed via LiveRamp or a clean room, on Activision's terms.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53328" y="2996946"/>
            <a:ext cx="2633472" cy="159791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90488" y="3106674"/>
            <a:ext cx="23591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SAFETY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90488" y="3380994"/>
            <a:ext cx="2359152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DoubleVerify on all supply, TAG registered, US only. Block and allow lists accepted.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E C T I O N   0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AND NEXT STEPS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5603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US launch test with a holdout, and three things we need to start.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 18 – 19 · Test design, next steps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WEEKS LIVE, ONE CLEAN READ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SIMPLE US TEST AROUND LAUNCH · ILLUSTRATIVE, BUDGET AND FLIGHT TO BE SET WITH OMNICOM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9452"/>
            <a:ext cx="7818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sized and priced on request from the Sabio rate card. No other client's pricing is referenced here.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103120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344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WK 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8470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KPI and MMP. Build and size the three audiences. Player-list suppression in place.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0" y="1234440"/>
            <a:ext cx="3657600" cy="1417320"/>
          </a:xfrm>
          <a:prstGeom prst="rect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80360" y="13441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2 – 5 · LIVE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15727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4708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CTV with QR, mobile retargeting, creator-led spots. Weekly delivery and conversion reporting.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583680" y="1234440"/>
            <a:ext cx="2103120" cy="14173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20840" y="1344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WK 6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READOUT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8470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Pre-orders and installs by audience against the holdout, plus App Science® insights.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2788920"/>
          <a:ext cx="173736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2240280" y="2971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of matched households see nothing, so conversions are read against no exposure.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72000" y="2834640"/>
            <a:ext cx="4114800" cy="16459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709160" y="29260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TO START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709160" y="3200400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goal. 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Pre-orders, installs or both, and the MMP.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window. 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date and the flight around it.</a:t>
            </a:r>
            <a:endParaRPr lang="en-US" sz="9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intro.  </a:t>
            </a:r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Activision media lead on the Omnicom side.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960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439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97280"/>
            <a:ext cx="1463040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COFFEE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103120" y="123520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Grab 20 minutes at Adweek.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60096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Josh, we'd love to walk you through this in person and hear what the launch plan needs.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24100"/>
            <a:ext cx="8229600" cy="10439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324100"/>
            <a:ext cx="1463040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INTRO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46202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the Activision team.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82778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intro to whoever owns audiences on the account, so we can build to their brief.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550920"/>
            <a:ext cx="8229600" cy="10439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550920"/>
            <a:ext cx="1463040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368884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Sized audiences in 48 hours.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405460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the launch window and KPI, and we'll turn around sized audiences and a test plan.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822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91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Happy to build any of this out further. Please let us know what else might be helpful.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 Bring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9260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VP, Agency and Client Partnerships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bbring@sabio.inc · 347-249-5838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26517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Shae Mackey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29260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7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 of Sales, East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20040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shae@sabio.inc · 516-849-8356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320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DE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Sabio Holdings · TSXV: SBIO | OTCQB: SABOF    CREATOR TV®  |  APP SCIENCE®  |  SABIO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Sabio Holdings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Sabio x Activision: Reaching the Shooter Household</dc:title>
  <dc:subject>PptxGenJS Presentation</dc:subject>
  <dc:creator>Ben Bring, Sabio</dc:creator>
  <cp:lastModifiedBy>Ben Bring, Sabio</cp:lastModifiedBy>
  <cp:revision>1</cp:revision>
  <dcterms:created xsi:type="dcterms:W3CDTF">2026-09-30T23:31:34Z</dcterms:created>
  <dcterms:modified xsi:type="dcterms:W3CDTF">2026-09-30T23:31:34Z</dcterms:modified>
</cp:coreProperties>
</file>