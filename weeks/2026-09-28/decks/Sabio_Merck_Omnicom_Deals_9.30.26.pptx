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A7A7A7"/>
                </a:solidFill>
                <a:latin typeface="Poppins SemiBold"/>
              </a:defRPr>
            </a:pPr>
            <a:r>
              <a:rPr sz="900" b="0" i="0" u="none" strike="noStrike">
                <a:solidFill>
                  <a:srgbClr val="A7A7A7"/>
                </a:solidFill>
                <a:latin typeface="Poppins SemiBold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FFC63E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oppins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Tick-country dog homes</c:v>
                  </c:pt>
                  <c:pt idx="1">
                    <c:v>Prescribing clinicians</c:v>
                  </c:pt>
                  <c:pt idx="2">
                    <c:v>Care-manager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1</c:v>
                </c:pt>
                <c:pt idx="2">
                  <c:v>12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oppins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A7A7A7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1295145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 A B I O   ×   M E R C K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ADDRESSABLE TV FOR MERCK, READY BEFORE BROADCAST GETS HARDER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FDA is moving to end the rule that makes 60-second drug spots possible. App Science® finds the pet owners, clinicians and care-managing homes Merck needs, on CTV, through Omnicom's own seats.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5760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Proactive point of view | Prepared for Omnicom Media | October 2026 | US only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Margarita Leonard · Scott Cofsky · Katie Sullivan · Raman Khanna · Greg Pratt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 Bring · Shae Mackey · Janis Ciuffini · Michael McLaughlin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411480"/>
            <a:ext cx="2331720" cy="431596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731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HEALTHCARE &amp; PHARMA CTV SPEND, 2026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344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$4.7B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+23.7% YEAR OVER YEAR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971800"/>
            <a:ext cx="1874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 digital spend passes linear TV for the first time this year. The budget is already moving. The question is where it lands. [3, 4]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AGENDA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5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09728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09728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happening at Merck right now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97280" y="1545336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157276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1572768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opening: audiences, not airtime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97280" y="2020824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048256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048256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Sabio is, and what App Science® does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496312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23744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25237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audiences, three deals on Omnicom seats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097280" y="2971800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29992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9992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How it runs, and how we read 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97280" y="3447288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347472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097280" y="34747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Where we go next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97280" y="4059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audiences and the Animal Health test are what carry the meeting. Everything else is there if you need it.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HAPPENING AT MERCK RIGHT NOW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SIGNALS FROM THE LAST TWELVE MONTHS · NUMBERED SOURCES ON PAGE 15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2025 → DEC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FDA is going after the 60-second drug spot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100 cease-and-desist letters since Sep 2025. A rule to end "adequate provision" for broadcast ads is on FDA's 2026 agenda, with a proposal expected in December. [1, 2]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6928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Broadcast spots get longer, riskier and pricier. Tightly targeted CTV becomes the safer place for reach.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551176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97480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 18, 2026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Bravecto Quantum's label adds two more ticks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97480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only 12-month flea and tick injection, given by a vet, now covers Asian longhorned and Gulf Coast ticks. The longhorned tick is confirmed in 19 states. [5, 6]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660904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52344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2752344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sale starts with a vet visit. That's a household we can find and move before winter.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645152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1456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18, 2026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91456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Keytruda Qlex approved in Japan, CHMP backs Keytruda + Padcev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791456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Keytruda family grew 4% to $8.4B in Q2. Cipla has licensed a US Keytruda biosimilar ahead of the 2028 patent expiry. [7, 8]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754880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4846320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oncologist conversation about subcutaneous Keytruda counts now. HCP reach at home adds to field and endemic.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739128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85432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2H 2026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6885432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Enflonsia heads into its second RSV season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885432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$3MM in 1H sales on heavy market inventory, with shipments expected to rise in 2H. FDA's second-season decision is due Mar 22, 2027. [9]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848856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0296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6940296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Pediatric practices decide in the next 90 days. A precise pediatric HCP deal fits that window.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OPENING: AUDIENCES, NOT AIRTIME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THE NEXT MERCK REACH DOLLAR SHOULD BUY A HOUSEHOLD, NOT A DAYPART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~100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FDA cease-and-desist letters on pharma ads since September 2025, with most untitled letters aimed at DTC television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 1, 2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188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We think the next Merck reach dollar goes to audiences, not airtime.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21031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SHIFT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 digital passes linear TV in 2026, and CTV is the fastest-growing line in it. Budgets are moving whether the rule lands or not.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880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GAP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Much of pharma CTV still buys demographics or modeled health segments. Those are getting harder to defend with MLR teams and new state health-privacy laws.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365760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WHERE SABIO FITS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targets observed app ownership (pet care, clinician tools, care management), never a diagnosis. Activated as PMP deals on Omnicom's own seats.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SABIO AT A GLANCE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ON OUR OWN DATA, TECH AND CONTENT SINCE 2014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2014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Founded in LA by mobile &amp; TV veterans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5066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34794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280MM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234794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devices observed by App Science®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792931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02659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115MM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902659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CTV devices across 80MM validated households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460797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0525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70%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570525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US streaming homes reached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7128662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38390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SBIO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238390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TSXV listed · NMSDC-certified MBE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reads real on-device app ownership and use, opened in the last 30 days. First-party signal, not licensed third-party segments or panel inference.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49168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TECH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249168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DSP, SSP and ad server built for CTV. The same stack powers always-on PMP Deal IDs and managed IO, so we can commit supply, not resell it.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041136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CONTENT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041136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Creator TV®, our owned-and-operated streaming channel, puts creator-led spots and integrations next to the audience buy.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3611880"/>
            <a:ext cx="8229600" cy="566928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36118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IT MEANS FOR MERCK:  </a:t>
            </a:r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partner that owns the data, the supply and the measurement, so Omnicom can run Merck deals on its own seats with nothing in between.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AUDIENCES, THREE DEALS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ECOSYSTEM, NOT A DEMOGRAPHIC · SIZED ON THE FINAL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Care-manager reach reflects Sabio's caretaker build for a healthcare client (2025). Other reach is illustrative until the build is run. App lists are starting points, finalized with Merck.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ANIMAL HEALTH · 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TICK-COUNTRY DOG HOME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dog at home, pet apps in use, in one of the 19 states where the longhorned tick is confirmed.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Chewy · Rover · BarkBox · Petco · Vetster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the vet about a once-a-year flea &amp; tick shot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24MM | OTT 16MM | Mobile 35MM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HUMAN HEALTH · PRECISION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PRESCRIBING CLINICIAN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Clinical reference apps on the phone: oncologists, pediatricians and the teams around them.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Doximity · Epocrates · Medscape · UpToDate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Keytruda Qlex and Enflonsia awareness, at home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1.2MM | OTT 0.9MM | Mobile 2.1MM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HUMAN HEALTH · SCALE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CARE-MANAGER HOME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Manages appointments and prescriptions for themselves or someone they love.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MyChart · GoodRx · CVS · Walgreens · Medisafe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Unbranded awareness and trust at scale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18MM | OTT 30MM | Mobile 46MM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DEALS BUILD TO 37MM HOUSEHOLDS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HOW CTV REACH GROWS AS EACH AUDIENCE IS LAYERED IN · DEDUPLICATED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[CONFIRM]. Net-new counts remove homes already in an earlier audience. Source: App Science® household graph methodology, 2025 – 2026.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1206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548640" y="1280160"/>
          <a:ext cx="49377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852160" y="1188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37MM</a:t>
            </a:r>
            <a:endParaRPr lang="en-US" sz="4600" dirty="0"/>
          </a:p>
        </p:txBody>
      </p:sp>
      <p:sp>
        <p:nvSpPr>
          <p:cNvPr id="11" name="Text 7"/>
          <p:cNvSpPr txBox="1"/>
          <p:nvPr/>
        </p:nvSpPr>
        <p:spPr>
          <a:xfrm>
            <a:off x="5852160" y="2103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CTV households across the three deals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852160" y="26974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clinician deal adds few homes, and that's the point. It's precision, not scale.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see which apps sit on a phone, find the home IP it returns to, and connect it to the CTV on that same IP.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DEALS ON OMNICOM'S OWN SEATS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SCIENCE® RUNS ON SABIO MEDIA · NO DATA CPM, LICENSE OR MATCH FEE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Sabio's Magnite activation went live the week of Sep 28, 2026; curation access expected early October. Seat IDs to come from Omnicom's deal form.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MAGNITE PMP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curated deal per Merck audience on Omnicom's seat IDs, activated by the account teams like any other deal.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962656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27248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CTV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major TV OEM and streaming device. Non-skippable video, with QR to a vet finder or brand page.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MOBILE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In-app video and display on the same households after CTV exposure, one tap from the page.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962656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27248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127248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Pixel Verification on the deals, so spend is checked against real, verified households.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0" y="1188720"/>
            <a:ext cx="3200400" cy="318211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87568" y="137160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MERCK GETS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687568" y="1755648"/>
            <a:ext cx="27980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named deal per Merck team, so spend maps to a budget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Audience included in the media CPM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all supply, TAG registered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Household frequency managed across screens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App Science® readout on who responded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FROM THE SCREEN TO THE VET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HOUSEHOLD, THREE MOMENTS · THE TV BUILDS THE IDEA, THE PHONE CLOSES IT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 · CTV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Tick season on the big screen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Tick-country dog homes see Bravecto Quantum messaging on CTV. The QR code goes to a vet finder or the brand page.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956560" y="21259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332232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0520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PROVE · MOBILE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350520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same home, on the phone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0520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households exposed on CTV are retargeted with mobile video and display, one tap from the vet finder.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821680" y="21259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618744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32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 · VET VISIT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37032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Book the once-a-year shot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7032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page drives a vet booking or a question at the next appointment. We read site visits and, where Merck allows, vet visits by household.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886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Benchmark: CTV video with QR code, 96% VCR. Human Health follows the same path to a Merck HCP or unbranded page.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TWO WAYS TO READ THE TEST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AND AWARENESS, READ AGAINST THE SAME 10% HOLDOUT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Sabio Performance attribution and App Science® brand-lift materials, 2025 – 2026. Crossix available as an alternative for pharma measurement.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1704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· CTV VIEW-THROUGH AND MOBILE CLICK-THROUGH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 plays on the TV or phone. Household IP or device ID is logged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70048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670048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Someone in the home visits the vet finder or brand page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26864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Sabio pixel records the visit, with no personal data passed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711696" y="1463040"/>
            <a:ext cx="1975104" cy="117043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39712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839712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Visits matched to exposure and compared with the holdout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 · APP SCIENCE® BRAND-LIFT STUDY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5216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Exposed households are connected to the household graph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2542032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70048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670048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short survey goes to exposed homes and a matched control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626864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54880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and intent to ask the vet, by audience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11696" y="3090672"/>
            <a:ext cx="1975104" cy="117043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39712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839712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Lift read by audience and demo, feeding the next flight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PROVEN LIVE, INCLUDING INSIDE OMNICOM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CLEARED CASE STUDIES AND ANONYMIZED READOUTS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Sabio x Kinesso partnership review, Sep 2026; Sabio public health and government health case studies. Kinesso joined Omnicom with IPG.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18872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99%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344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video completion rate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Levi's through Kinesso, now part of Omnicom, built on App Science® audiences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28600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+250%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441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scan rate over benchmark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Government health agency, CTV with QR code plus mobile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57200" y="338328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3832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+30%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Mobile CTR over benchmark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 health agency, CTV, mobile video and interstitial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669280" y="1188720"/>
            <a:ext cx="3017520" cy="3182112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70448" y="13716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WHY NOW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1755648"/>
            <a:ext cx="26151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Adult ticks stay active into November, so dog owners are in market right now.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FDA's proposal is expected in December. Merck can have addressable deals running and read before it lands.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RSV season decisions happen this quarter.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PHARMA GUARDRAILS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WE SEE, WHAT WE DON'T, AND WHAT WE WON'T DO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Sabio Internal FAQ and CTV FAQ, 2026. All Human Health targeting subject to Merck MLR review before launch.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WE OBSERVE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apps are installed and how recently they're used. Never what anyone reads or types inside a health app.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3072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07664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CONDITION INFERENCE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07664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don't build audiences that imply a diagnosis. HCP and care-manager signals only, unless Merck MLR approves more.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28944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93536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STATE HEALTH-DATA LAWS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93536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to sit outside consumer health data as defined by laws like Washington's My Health My Data Act. [CONFIRM with Merck legal]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LEAVES SABIO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device IDs. Reporting is aggregated by age, demo and geo. CCPA compliant, and every opt-out is honored.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243072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07664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MERCK 1P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07664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HCP target lists or NPI files can be layered in through a clean room, on Merck's terms.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28944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3536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BRAND SAFETY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193536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all supply, TAG registered, US only. Block and allow lists accepted.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WHERE WE GO NEXT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MOVES TO TURN THE CONVERSATION INTO RUNNING DEALS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SWITCH ON THE DEALS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Marga sends the deal form. We set up three Magnite deals on Omnicom seat IDs, named for Animal Health, HCP and Care.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21792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Omnicom programmatic + Sabio · week of Oct 5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49168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13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413760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RUN THE TICK-SEASON TEST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13760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weeks for Animal Health: CTV with QR to a vet finder, mobile retargeting, 10% holdout. Read visits and lift before the season ends.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413760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05200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Merck Animal Health + Sabio · Oct – Nov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041136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0572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6205728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BRING IN HUMAN HEALTH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205728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Raman Khanna and Greg Pratt, plus Gwynne Rowe and Charlie Cebuhar at L-Omni, through the HCP deal.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205728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97168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Sabio + L-Omni · before the Dec rule proposal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0965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We think the Animal Health read is the fastest way to earn the Human Health conversation.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599885" cy="3840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Happy to build any of this out further. Please let us know what else might be helpful.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2788920"/>
            <a:ext cx="2651760" cy="109728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Ben Bring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VP, Agency and Client Partnerships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bbring@sabio.inc · 347-249-5838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46120" y="2788920"/>
            <a:ext cx="2651760" cy="109728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2900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Shae Mackey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VP of Sales, East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42900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shae@sabio.inc · 516-849-8356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SOURCES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MARKET CLAIMS IN THIS DECK, AS REPORTED · RETRIEVED SEP 30, 2026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FDA DTC enforcement, ~100 cease-and-desist letters: Latham &amp; Watkins, "FDA Begins Crackdown on DTC Pharmaceutical Advertising"; eMarketer, "Pharma TV ads face rising FDA enforcement."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"Transparency in DTC Advertising" proposed rule (RIN 0910-AJ14), NPRM expected Dec 2026: FDA Law Blog, Jul 2026; Foley Hoag, Jul 2026; MM+M.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Healthcare &amp; pharma CTV spend $4.69B in 2026, +23.7%: DeepIntent, "CTV Healthcare and Pharma Advertising at the 2026 Upfronts" (eMarketer forecast).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Pharma digital spend overtakes linear TV in 2026: CMI Media Group / MM+M, Healthcare Marketers Trend Report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 Bravecto Quantum label expansion, Mar 18, 2026: Merck Animal Health newsroom; dvm360.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  Asian longhorned tick confirmed in 19 states: CDC, via AgDaily and CIDRAP.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  Keytruda Qlex approval in Japan and CHMP opinion on Keytruda + Padcev, Sep 18, 2026: Merck.com news releases.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  Keytruda family Q2 2026 sales and Cipla/Qilu biosimilar license: 24/7 Wall St., Sep 29, 2026; ad-hoc-news, Sep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  Enflonsia 1H 2026 sales and 2H outlook: Merck Form 10-Q, Q2 2026. Second-season sBLA, PDUFA Mar 22, 2027: BioPharm International.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Merck: Addressable TV Before Broadcast Gets Harder</dc:title>
  <dc:subject>PptxGenJS Presentation</dc:subject>
  <dc:creator>Ben Bring, Sabio</dc:creator>
  <cp:lastModifiedBy>Ben Bring, Sabio</cp:lastModifiedBy>
  <cp:revision>1</cp:revision>
  <dcterms:created xsi:type="dcterms:W3CDTF">2026-09-30T23:46:43Z</dcterms:created>
  <dcterms:modified xsi:type="dcterms:W3CDTF">2026-09-30T23:46:43Z</dcterms:modified>
</cp:coreProperties>
</file>